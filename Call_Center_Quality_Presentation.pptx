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45" d="100"/>
          <a:sy n="45" d="100"/>
        </p:scale>
        <p:origin x="99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gnelo Lobo" userId="aa5a333d4923ff27" providerId="LiveId" clId="{0ABBD09F-FB54-45DB-9DCF-26A8D8445870}"/>
    <pc:docChg chg="custSel addSld modSld">
      <pc:chgData name="Agnelo Lobo" userId="aa5a333d4923ff27" providerId="LiveId" clId="{0ABBD09F-FB54-45DB-9DCF-26A8D8445870}" dt="2026-07-07T06:35:17.158" v="1907" actId="20577"/>
      <pc:docMkLst>
        <pc:docMk/>
      </pc:docMkLst>
      <pc:sldChg chg="modSp mod">
        <pc:chgData name="Agnelo Lobo" userId="aa5a333d4923ff27" providerId="LiveId" clId="{0ABBD09F-FB54-45DB-9DCF-26A8D8445870}" dt="2026-07-07T04:55:10.821" v="140" actId="108"/>
        <pc:sldMkLst>
          <pc:docMk/>
          <pc:sldMk cId="1977400579" sldId="256"/>
        </pc:sldMkLst>
        <pc:spChg chg="mod">
          <ac:chgData name="Agnelo Lobo" userId="aa5a333d4923ff27" providerId="LiveId" clId="{0ABBD09F-FB54-45DB-9DCF-26A8D8445870}" dt="2026-07-07T04:55:10.821" v="140" actId="108"/>
          <ac:spMkLst>
            <pc:docMk/>
            <pc:sldMk cId="1977400579" sldId="256"/>
            <ac:spMk id="2" creationId="{BF186A54-C3EF-B5EF-5922-24818E45C239}"/>
          </ac:spMkLst>
        </pc:spChg>
        <pc:spChg chg="mod">
          <ac:chgData name="Agnelo Lobo" userId="aa5a333d4923ff27" providerId="LiveId" clId="{0ABBD09F-FB54-45DB-9DCF-26A8D8445870}" dt="2026-07-07T04:54:01.583" v="136" actId="20577"/>
          <ac:spMkLst>
            <pc:docMk/>
            <pc:sldMk cId="1977400579" sldId="256"/>
            <ac:spMk id="3" creationId="{A919BA91-14F5-34BE-DAC0-22766A2D89AD}"/>
          </ac:spMkLst>
        </pc:spChg>
      </pc:sldChg>
      <pc:sldChg chg="modSp new mod">
        <pc:chgData name="Agnelo Lobo" userId="aa5a333d4923ff27" providerId="LiveId" clId="{0ABBD09F-FB54-45DB-9DCF-26A8D8445870}" dt="2026-07-07T06:17:34.330" v="1255" actId="20577"/>
        <pc:sldMkLst>
          <pc:docMk/>
          <pc:sldMk cId="3467329070" sldId="257"/>
        </pc:sldMkLst>
        <pc:spChg chg="mod">
          <ac:chgData name="Agnelo Lobo" userId="aa5a333d4923ff27" providerId="LiveId" clId="{0ABBD09F-FB54-45DB-9DCF-26A8D8445870}" dt="2026-07-07T05:38:04.224" v="177" actId="20577"/>
          <ac:spMkLst>
            <pc:docMk/>
            <pc:sldMk cId="3467329070" sldId="257"/>
            <ac:spMk id="2" creationId="{350DEBA5-DCE9-9509-E66A-1FF7041E9FE9}"/>
          </ac:spMkLst>
        </pc:spChg>
        <pc:spChg chg="mod">
          <ac:chgData name="Agnelo Lobo" userId="aa5a333d4923ff27" providerId="LiveId" clId="{0ABBD09F-FB54-45DB-9DCF-26A8D8445870}" dt="2026-07-07T06:17:34.330" v="1255" actId="20577"/>
          <ac:spMkLst>
            <pc:docMk/>
            <pc:sldMk cId="3467329070" sldId="257"/>
            <ac:spMk id="3" creationId="{C5B2D5D4-EA5D-F214-3747-E9B994DE4B9C}"/>
          </ac:spMkLst>
        </pc:spChg>
      </pc:sldChg>
      <pc:sldChg chg="modSp new mod">
        <pc:chgData name="Agnelo Lobo" userId="aa5a333d4923ff27" providerId="LiveId" clId="{0ABBD09F-FB54-45DB-9DCF-26A8D8445870}" dt="2026-07-07T06:19:27.235" v="1409" actId="20577"/>
        <pc:sldMkLst>
          <pc:docMk/>
          <pc:sldMk cId="2572693963" sldId="258"/>
        </pc:sldMkLst>
        <pc:spChg chg="mod">
          <ac:chgData name="Agnelo Lobo" userId="aa5a333d4923ff27" providerId="LiveId" clId="{0ABBD09F-FB54-45DB-9DCF-26A8D8445870}" dt="2026-07-07T05:48:23.154" v="599" actId="207"/>
          <ac:spMkLst>
            <pc:docMk/>
            <pc:sldMk cId="2572693963" sldId="258"/>
            <ac:spMk id="2" creationId="{BBB553D3-5186-0D57-A1A1-6D3B110D7A67}"/>
          </ac:spMkLst>
        </pc:spChg>
        <pc:spChg chg="mod">
          <ac:chgData name="Agnelo Lobo" userId="aa5a333d4923ff27" providerId="LiveId" clId="{0ABBD09F-FB54-45DB-9DCF-26A8D8445870}" dt="2026-07-07T06:19:27.235" v="1409" actId="20577"/>
          <ac:spMkLst>
            <pc:docMk/>
            <pc:sldMk cId="2572693963" sldId="258"/>
            <ac:spMk id="3" creationId="{C5AB1788-83E8-3504-BD27-E66CA99D41EE}"/>
          </ac:spMkLst>
        </pc:spChg>
      </pc:sldChg>
      <pc:sldChg chg="addSp delSp modSp new mod">
        <pc:chgData name="Agnelo Lobo" userId="aa5a333d4923ff27" providerId="LiveId" clId="{0ABBD09F-FB54-45DB-9DCF-26A8D8445870}" dt="2026-07-07T06:28:22.125" v="1491" actId="1035"/>
        <pc:sldMkLst>
          <pc:docMk/>
          <pc:sldMk cId="3703525782" sldId="259"/>
        </pc:sldMkLst>
        <pc:spChg chg="mod">
          <ac:chgData name="Agnelo Lobo" userId="aa5a333d4923ff27" providerId="LiveId" clId="{0ABBD09F-FB54-45DB-9DCF-26A8D8445870}" dt="2026-07-07T06:21:06.642" v="1441" actId="20577"/>
          <ac:spMkLst>
            <pc:docMk/>
            <pc:sldMk cId="3703525782" sldId="259"/>
            <ac:spMk id="2" creationId="{26EF0039-42A7-43F0-4B76-1E3205C39FBB}"/>
          </ac:spMkLst>
        </pc:spChg>
        <pc:spChg chg="del">
          <ac:chgData name="Agnelo Lobo" userId="aa5a333d4923ff27" providerId="LiveId" clId="{0ABBD09F-FB54-45DB-9DCF-26A8D8445870}" dt="2026-07-07T06:23:08.033" v="1443"/>
          <ac:spMkLst>
            <pc:docMk/>
            <pc:sldMk cId="3703525782" sldId="259"/>
            <ac:spMk id="3" creationId="{D11B3F72-6693-23AF-08EC-4507D23DF5CC}"/>
          </ac:spMkLst>
        </pc:spChg>
        <pc:picChg chg="add mod ord">
          <ac:chgData name="Agnelo Lobo" userId="aa5a333d4923ff27" providerId="LiveId" clId="{0ABBD09F-FB54-45DB-9DCF-26A8D8445870}" dt="2026-07-07T06:27:50.431" v="1460" actId="14100"/>
          <ac:picMkLst>
            <pc:docMk/>
            <pc:sldMk cId="3703525782" sldId="259"/>
            <ac:picMk id="5" creationId="{712FD93A-FF88-E53F-AB44-51C01F254461}"/>
          </ac:picMkLst>
        </pc:picChg>
        <pc:picChg chg="add mod">
          <ac:chgData name="Agnelo Lobo" userId="aa5a333d4923ff27" providerId="LiveId" clId="{0ABBD09F-FB54-45DB-9DCF-26A8D8445870}" dt="2026-07-07T06:28:22.125" v="1491" actId="1035"/>
          <ac:picMkLst>
            <pc:docMk/>
            <pc:sldMk cId="3703525782" sldId="259"/>
            <ac:picMk id="7" creationId="{BB7347E0-4830-23F4-2ED3-61FF78727889}"/>
          </ac:picMkLst>
        </pc:picChg>
      </pc:sldChg>
      <pc:sldChg chg="modSp new mod">
        <pc:chgData name="Agnelo Lobo" userId="aa5a333d4923ff27" providerId="LiveId" clId="{0ABBD09F-FB54-45DB-9DCF-26A8D8445870}" dt="2026-07-07T06:35:17.158" v="1907" actId="20577"/>
        <pc:sldMkLst>
          <pc:docMk/>
          <pc:sldMk cId="3331682238" sldId="260"/>
        </pc:sldMkLst>
        <pc:spChg chg="mod">
          <ac:chgData name="Agnelo Lobo" userId="aa5a333d4923ff27" providerId="LiveId" clId="{0ABBD09F-FB54-45DB-9DCF-26A8D8445870}" dt="2026-07-07T06:30:19.759" v="1529" actId="20577"/>
          <ac:spMkLst>
            <pc:docMk/>
            <pc:sldMk cId="3331682238" sldId="260"/>
            <ac:spMk id="2" creationId="{95B273D6-9A68-C314-53E3-0F6B2AB36B7D}"/>
          </ac:spMkLst>
        </pc:spChg>
        <pc:spChg chg="mod">
          <ac:chgData name="Agnelo Lobo" userId="aa5a333d4923ff27" providerId="LiveId" clId="{0ABBD09F-FB54-45DB-9DCF-26A8D8445870}" dt="2026-07-07T06:35:17.158" v="1907" actId="20577"/>
          <ac:spMkLst>
            <pc:docMk/>
            <pc:sldMk cId="3331682238" sldId="260"/>
            <ac:spMk id="3" creationId="{F36FCB8A-CFA0-F600-85AD-9EDF1FF9D0C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2C00A-60FC-0D02-020A-5F15322F43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CCD760-1C09-586B-13B3-8B96931784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F6A121-65B3-B589-30E1-A883141A8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80A0D-C5B5-4A69-98CF-8BB5A7C295C2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6BDD25-4D7C-8E82-8C9B-C6372199E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C6E83-03AE-FE35-B12A-DBC7AA242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9B1BB-3109-4F14-9A09-7F1A2D4556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0748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305FD-28C6-569F-4534-AC1A916FC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4F952-3B86-0952-96C2-8BF7F5F0DD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9A623-7F9B-D082-C57E-DD8C5E17C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80A0D-C5B5-4A69-98CF-8BB5A7C295C2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C3704F-7085-A9C7-B5BD-D9E433BD3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2F85F-2566-CA30-3D62-354C411E8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9B1BB-3109-4F14-9A09-7F1A2D4556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6385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C714F-9609-C354-70FC-A68835860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F15812-ADBF-BBDE-2364-80D7C18CA6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7CFC-31E1-F4D7-A168-28CA7919D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80A0D-C5B5-4A69-98CF-8BB5A7C295C2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CCBA7-CF6E-C7FE-FA81-3AF082D45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FD173C-8B52-40C8-D777-10180CE7B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9B1BB-3109-4F14-9A09-7F1A2D4556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4186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880AE-6B2F-CC78-95C3-66FA6E290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2B504-5624-1378-49F1-2F6EB99CD8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2B0400-40D2-63BE-0EED-342AC71734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EB7C53-80CF-5693-C436-B9101C1A5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80A0D-C5B5-4A69-98CF-8BB5A7C295C2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F48ADA-5219-C804-3BC1-BB81EFE0A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A6C095-DF8C-8B84-DF51-6E51DA81A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9B1BB-3109-4F14-9A09-7F1A2D4556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572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AF770-E21B-8C61-B451-E5174BB60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761350-C9DA-2916-A708-B5119A7A8C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EFD913-43E7-C9CF-3941-D5C0034920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39ED31-D580-7FD2-DB6E-4FDB27D72B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5533CD-463A-99BC-7144-CEFE4517C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FC2358-36A3-FE19-23F2-79417FB4D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80A0D-C5B5-4A69-98CF-8BB5A7C295C2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0A1002-FFCB-1779-C001-042B4CE04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31C40-639E-7BC8-3BF0-F10691100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9B1BB-3109-4F14-9A09-7F1A2D4556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6712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49053-A43B-531C-351C-3BB6A0E3C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E1CAA4-F375-AAC2-30E5-903A3850F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80A0D-C5B5-4A69-98CF-8BB5A7C295C2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FA3EFD-E90A-EFC6-2DF9-F3DF31AEF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2F10F0-131C-1FF2-7861-8D7894D74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9B1BB-3109-4F14-9A09-7F1A2D4556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5811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48373B-D213-EB56-DBE9-AF5962008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80A0D-C5B5-4A69-98CF-8BB5A7C295C2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5211FE-EA7A-4B11-F70D-39131C72C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8EB895-FCBA-50D0-1CB3-38EEA2CED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9B1BB-3109-4F14-9A09-7F1A2D4556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7765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F9635-C8AF-4FBB-6551-002229D9F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F7776-0B48-A8C1-7FDD-97C892D37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9F6140-F9ED-00E7-FFA3-87FB40E58E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449978-92A7-4AF0-77CC-904A965EC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80A0D-C5B5-4A69-98CF-8BB5A7C295C2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239354-10FA-235D-0800-BBFB971DE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00A32B-30DA-333A-9DF9-C392E2783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9B1BB-3109-4F14-9A09-7F1A2D4556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5438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165BD-BDED-B96F-F415-7DBF1D04A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90647A-A6B8-F255-AF4A-F14E62238C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6DCF57-D448-BA90-F760-7C36B3E7CD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23123B-907B-C36B-8508-AFEFF8AEC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80A0D-C5B5-4A69-98CF-8BB5A7C295C2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A8DCF2-3A4E-2EC4-CE85-E3D3DE4D7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F7E13D-5451-8A9B-108B-144B4835B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9B1BB-3109-4F14-9A09-7F1A2D4556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306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370FF-3C45-98B8-7560-11F5B34DE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BF2E46-2ACC-4BB5-9013-513781B737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29A8BD-1DF5-E166-1566-EA1BE99BA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80A0D-C5B5-4A69-98CF-8BB5A7C295C2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0CBFC-AA57-8EC1-89F8-0211EA9FD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045B4-A0C5-F8C3-930C-677C95F12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9B1BB-3109-4F14-9A09-7F1A2D4556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4628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09996B-044D-77A5-DAB4-944F03E6A1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B7C8BB-9887-265C-424F-374CFD846F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4312E1-D020-6C55-7EA6-D681E1065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80A0D-C5B5-4A69-98CF-8BB5A7C295C2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D7E59-A906-9669-408A-B10E12277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97E6D2-DE7F-6E0E-05A5-59D0BE374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9B1BB-3109-4F14-9A09-7F1A2D4556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9846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84FAD7-9F33-BEE9-366A-8626F3103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C633F2-9B63-F890-FEE3-D0907B57DE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45EA3-A030-3DE5-46F8-043783EF46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080A0D-C5B5-4A69-98CF-8BB5A7C295C2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4A99C-E7EE-4908-7AE2-F29B07A479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46FBA-B6F2-882E-54EC-B2C7A15943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59B1BB-3109-4F14-9A09-7F1A2D4556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9626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86A54-C3EF-B5EF-5922-24818E45C2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Call</a:t>
            </a:r>
            <a:r>
              <a:rPr lang="en-US" dirty="0"/>
              <a:t> </a:t>
            </a:r>
            <a:r>
              <a:rPr lang="en-US" dirty="0">
                <a:solidFill>
                  <a:srgbClr val="002060"/>
                </a:solidFill>
              </a:rPr>
              <a:t>Center</a:t>
            </a:r>
            <a:r>
              <a:rPr lang="en-US" dirty="0"/>
              <a:t> </a:t>
            </a:r>
            <a:r>
              <a:rPr lang="en-US" dirty="0">
                <a:solidFill>
                  <a:srgbClr val="002060"/>
                </a:solidFill>
              </a:rPr>
              <a:t>Quality</a:t>
            </a:r>
            <a:r>
              <a:rPr lang="en-US" dirty="0"/>
              <a:t> </a:t>
            </a:r>
            <a:r>
              <a:rPr lang="en-US" dirty="0">
                <a:solidFill>
                  <a:srgbClr val="002060"/>
                </a:solidFill>
              </a:rPr>
              <a:t>Analytics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19BA91-14F5-34BE-DAC0-22766A2D89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Executive Insights, Operational Bottlenecks, &amp; SLA Optimization</a:t>
            </a:r>
          </a:p>
          <a:p>
            <a:r>
              <a:rPr lang="en-US" dirty="0"/>
              <a:t>Prepared by: Agnelo Lobo</a:t>
            </a:r>
          </a:p>
          <a:p>
            <a:r>
              <a:rPr lang="en-US" dirty="0"/>
              <a:t>Date: July 2026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7400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DEBA5-DCE9-9509-E66A-1FF7041E9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000" dirty="0">
                <a:solidFill>
                  <a:srgbClr val="002060"/>
                </a:solidFill>
              </a:rPr>
              <a:t>The Business Problem &amp; Objectives</a:t>
            </a:r>
            <a:br>
              <a:rPr lang="en-US" sz="6000" dirty="0">
                <a:solidFill>
                  <a:srgbClr val="002060"/>
                </a:solidFill>
              </a:rPr>
            </a:br>
            <a:endParaRPr lang="en-IN" sz="6000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2D5D4-EA5D-F214-3747-E9B994DE4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Pain Point: Customer Satisfaction (CSAT) dropped by 15% over two quarters due to unmanaged call volume spikes.</a:t>
            </a:r>
          </a:p>
          <a:p>
            <a:r>
              <a:rPr lang="en-US" dirty="0"/>
              <a:t>The Visibility Gap: Management lacked automated tracking for queue bottlenecks, SLA breaches, and agent performance.</a:t>
            </a:r>
          </a:p>
          <a:p>
            <a:r>
              <a:rPr lang="en-US" dirty="0"/>
              <a:t>The Solution: Developed a fully functional, two-page proof-of-concept dashboard framework to model customer interaction tracking and compliance metrics.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7329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553D3-5186-0D57-A1A1-6D3B110D7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>
                <a:solidFill>
                  <a:srgbClr val="002060"/>
                </a:solidFill>
              </a:rPr>
              <a:t>Technical</a:t>
            </a:r>
            <a:r>
              <a:rPr lang="en-US" dirty="0"/>
              <a:t> </a:t>
            </a:r>
            <a:r>
              <a:rPr lang="en-US" sz="5400" dirty="0">
                <a:solidFill>
                  <a:srgbClr val="002060"/>
                </a:solidFill>
              </a:rPr>
              <a:t>Architecture</a:t>
            </a:r>
            <a:r>
              <a:rPr lang="en-US" dirty="0"/>
              <a:t> </a:t>
            </a:r>
            <a:r>
              <a:rPr lang="en-US" dirty="0">
                <a:solidFill>
                  <a:srgbClr val="002060"/>
                </a:solidFill>
              </a:rPr>
              <a:t>&amp;</a:t>
            </a:r>
            <a:r>
              <a:rPr lang="en-US" dirty="0"/>
              <a:t> </a:t>
            </a:r>
            <a:r>
              <a:rPr lang="en-US" dirty="0">
                <a:solidFill>
                  <a:srgbClr val="002060"/>
                </a:solidFill>
              </a:rPr>
              <a:t>Data</a:t>
            </a:r>
            <a:r>
              <a:rPr lang="en-US" dirty="0"/>
              <a:t> </a:t>
            </a:r>
            <a:r>
              <a:rPr lang="en-US" dirty="0">
                <a:solidFill>
                  <a:srgbClr val="002060"/>
                </a:solidFill>
              </a:rPr>
              <a:t>Pipeline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B1788-83E8-3504-BD27-E66CA99D4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Integration: Engineered a structured relational schema modelling call metrics, agent attributes, and baseline SLA targets.</a:t>
            </a:r>
          </a:p>
          <a:p>
            <a:r>
              <a:rPr lang="en-US" dirty="0"/>
              <a:t>Data Transformation: Utilized Power Query to handle missing fields, unpivot dynamic dates, and clean metric data types.</a:t>
            </a:r>
          </a:p>
          <a:p>
            <a:r>
              <a:rPr lang="en-US" dirty="0"/>
              <a:t>Data Modeling: Designed a fast, highly optimized Star Schema with robust relationship for seamless filtering.</a:t>
            </a:r>
          </a:p>
          <a:p>
            <a:r>
              <a:rPr lang="en-US" dirty="0"/>
              <a:t>Advanced Analytics: Wrote custom DAX measures to calculate rolling satisfaction scores and real-time SLA breach rates.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2693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F0039-42A7-43F0-4B76-1E3205C39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>
                <a:solidFill>
                  <a:srgbClr val="002060"/>
                </a:solidFill>
              </a:rPr>
              <a:t>Interactive Dashboard Previews</a:t>
            </a:r>
            <a:endParaRPr lang="en-IN" sz="5400" dirty="0">
              <a:solidFill>
                <a:srgbClr val="00206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2FD93A-FF88-E53F-AB44-51C01F2544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40116"/>
            <a:ext cx="6045201" cy="54178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7347E0-4830-23F4-2ED3-61FF787278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9067" y="1457049"/>
            <a:ext cx="6096000" cy="5052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525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273D6-9A68-C314-53E3-0F6B2AB36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5400" dirty="0">
                <a:solidFill>
                  <a:srgbClr val="002060"/>
                </a:solidFill>
              </a:rPr>
              <a:t>Analytical Framework &amp; Key Outcomes</a:t>
            </a:r>
            <a:endParaRPr lang="en-IN" sz="5400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FCB8A-CFA0-F600-85AD-9EDF1FF9D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Dynamic Tracking: Designed scalable visual containers to monitor daily call volume trends and handle duration metrics.</a:t>
            </a:r>
          </a:p>
          <a:p>
            <a:r>
              <a:rPr lang="en-US" dirty="0"/>
              <a:t>Granular Filters: Implemented operational page-level slicing to isolate metrics by specific communication dates.</a:t>
            </a:r>
          </a:p>
          <a:p>
            <a:r>
              <a:rPr lang="en-US" dirty="0"/>
              <a:t>Scalable Blueprint: Built a portable, production-ready data schema easily upscaled to handle millions </a:t>
            </a:r>
            <a:r>
              <a:rPr lang="en-US"/>
              <a:t>of transaction rows.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1682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233</Words>
  <Application>Microsoft Office PowerPoint</Application>
  <PresentationFormat>Widescreen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Call Center Quality Analytics</vt:lpstr>
      <vt:lpstr>The Business Problem &amp; Objectives </vt:lpstr>
      <vt:lpstr>Technical Architecture &amp; Data Pipeline</vt:lpstr>
      <vt:lpstr>Interactive Dashboard Previews</vt:lpstr>
      <vt:lpstr>Analytical Framework &amp; Key Outcomes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Agnelo Lobo</dc:creator>
  <cp:lastModifiedBy>Agnelo Lobo</cp:lastModifiedBy>
  <cp:revision>1</cp:revision>
  <dcterms:created xsi:type="dcterms:W3CDTF">2026-07-07T04:41:11Z</dcterms:created>
  <dcterms:modified xsi:type="dcterms:W3CDTF">2026-07-07T06:35:39Z</dcterms:modified>
</cp:coreProperties>
</file>